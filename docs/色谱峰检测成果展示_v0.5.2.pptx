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914400"/>
            <a:ext cx="4754880" cy="475488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8046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色谱峰检测成果展示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975104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9EAF2"/>
                </a:solidFill>
                <a:latin typeface="Microsoft YaHei"/>
              </a:rPr>
              <a:t>从原始谱图到峰位、峰型、边界与置信度输出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1143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v0.5.2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88920"/>
            <a:ext cx="7132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D9E8"/>
                </a:solidFill>
                <a:latin typeface="Microsoft YaHei"/>
              </a:rPr>
              <a:t>41 条独立曲线 · 6 个参考模板槽 · 可审计 CSV + 图像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895344"/>
            <a:ext cx="6492240" cy="1207008"/>
          </a:xfrm>
          <a:prstGeom prst="roundRect">
            <a:avLst/>
          </a:prstGeom>
          <a:solidFill>
            <a:srgbClr val="243B53"/>
          </a:solidFill>
          <a:ln w="10160">
            <a:solidFill>
              <a:srgbClr val="3E5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169663"/>
            <a:ext cx="6035040" cy="6858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聚焦已实现能力、代表性修正、可验证成果与边界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0">
                <a:solidFill>
                  <a:srgbClr val="B7D9E8"/>
                </a:solidFill>
                <a:latin typeface="Microsoft YaHei"/>
              </a:rPr>
              <a:t>所有数字和案例均直接读取当前 v0.5.2 正式输出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63056"/>
            <a:ext cx="18288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B8CC"/>
                </a:solidFill>
                <a:latin typeface="Microsoft YaHei"/>
              </a:rPr>
              <a:t>2026-07-18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126480"/>
            <a:ext cx="5029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一页看懂当前成果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470916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3" y="978408"/>
            <a:ext cx="467295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046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04688" y="10972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已确认峰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峰置信度 ≥ 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2088" y="1097280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待复核事件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保留完整证据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9488" y="1097280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干扰／伪峰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电形态或低可信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2432304"/>
            <a:ext cx="5989320" cy="2944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706624"/>
            <a:ext cx="5486400" cy="23317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保留未经处理的原始谱线，便于逐图对照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峰顶时间、校正值、起止边界与综合置信度同步输出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正峰、负峰、峰顶尖点、电干扰、鼓包与背景残差可区分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review 不隐藏、不强行确认，可直接形成复核清单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已形成可批量运行、可解释、可回归验证的工程初版。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项目目标与数据覆盖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89788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586"/>
            <a:ext cx="5897880" cy="3392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078992"/>
            <a:ext cx="73152" cy="1042415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F80ED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独立曲线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078992"/>
            <a:ext cx="73152" cy="1042415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E8F87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参考标气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078992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模板槽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450592"/>
            <a:ext cx="4572000" cy="2999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688336"/>
            <a:ext cx="4069080" cy="24231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目标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定位每个候选事件，判断峰型，并给出可核验的置信度与边界。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覆盖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参考标气、鼓包、噪声、负峰、电信号干扰五类工况。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评估原则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算法输出是待验证结论；没有人工标签时不宣称等同真值。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检测结果图怎么读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7424927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6151"/>
            <a:ext cx="7424927" cy="27131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987552"/>
            <a:ext cx="3401568" cy="5230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216152"/>
            <a:ext cx="2962656" cy="4700016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完整图第一层｜原始谱线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本页左侧未展示；完整图中为原始 CSV 采样。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中图｜基线证据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红／紫线是背景估计；淡黄为宽背景或鼓包区域。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下图｜检测与分类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绿点=确认；橙三角=复核；红叉=干扰；灰点=背景残差。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淡绿色矩形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T1–T6 容差窗，不代表已经检测到峰。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1">
                <a:solidFill>
                  <a:srgbClr val="0E8F87"/>
                </a:solidFill>
                <a:latin typeface="Microsoft YaHei"/>
              </a:rPr>
              <a:t>青色左右三角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确认峰起止边界；峰顶标签含时间和校正值。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参考模板：T1–T6 是相对位置槽，不是化学名称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6601968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36503"/>
            <a:ext cx="6601968" cy="30546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051560"/>
            <a:ext cx="4187952" cy="42245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280160"/>
            <a:ext cx="3749039" cy="37947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模板来自 5 份参考标气的稳定峰族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  0.365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T2  0.485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T3  1.817 ± 0.091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T4  2.452 ± 0.123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T5  3.004 ± 0.150 min · 支持 4/5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T6  4.248 ± 0.212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D64550"/>
                </a:solidFill>
                <a:latin typeface="Microsoft YaHei"/>
              </a:rPr>
              <a:t>跨机型含义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当前仅表示相似保留时间族；补充通道／组分映射后才能命名 H₂、CH₄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0408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模板提供匹配证据；形态异常仍可判为电干扰，保留时间不能“救回”强毛刺。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代表性修正｜A7：尖顶不再等于整峰是电干扰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修正结果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两个事件保留“峰顶尖点”标记，同时确认其完整色谱峰体。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5412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89"/>
            <a:ext cx="5541264" cy="13715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1536192"/>
            <a:ext cx="532180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72673"/>
            <a:ext cx="5321808" cy="15286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82.5%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0.4333 min 峰置信度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52928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90.0%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0.5650 min 峰置信度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5138928"/>
            <a:ext cx="6309360" cy="1042415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5385816"/>
            <a:ext cx="585216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243B53"/>
                </a:solidFill>
                <a:latin typeface="Microsoft YaHei"/>
              </a:rPr>
              <a:t>关键证据：FWHM 约 0.071/0.093 min、对称度 0.994/0.973；去尖后峰高仍保留 99.5% / 99.8%。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代表性工况｜A3：鼓包与背景涟漪被分层处理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3A712"/>
                </a:solidFill>
                <a:latin typeface="Microsoft YaHei"/>
              </a:rPr>
              <a:t>鼓包成果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宽背景单独标黄；弱密集波动保留为结构化背景残差，不自我确认。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7" y="1536192"/>
            <a:ext cx="6856533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27632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27632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19072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0.268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85416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基线最大起伏／量程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852928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852928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944368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6.52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10712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最长鼓包时长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4078224"/>
            <a:ext cx="73152" cy="1042415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27D98"/>
                </a:solidFill>
                <a:latin typeface="Microsoft YaHe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背景残差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04104"/>
            <a:ext cx="2898648" cy="5212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首尾值接近并不代表无鼓包；A3 由中间最大起伏和持续区间被识别。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代表性工况｜F1：正峰与负峰使用有符号分支共同输出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C5CE7"/>
                </a:solidFill>
                <a:latin typeface="Microsoft YaHei"/>
              </a:rPr>
              <a:t>正负峰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强负峰达到标准即可确认，不再因为“负号”自动进入 review。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6809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29" y="1554480"/>
            <a:ext cx="6898341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1664208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664208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755648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0.3267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221992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确认负峰峰顶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468880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97.8%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2926080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9260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017520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0.3983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483864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确认正峰峰顶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94.3%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206240"/>
            <a:ext cx="2834640" cy="149961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4407408"/>
            <a:ext cx="2468880" cy="11155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1">
                <a:solidFill>
                  <a:srgbClr val="102A43"/>
                </a:solidFill>
                <a:latin typeface="Microsoft YaHei"/>
              </a:rPr>
              <a:t>校正值保留符号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6C5CE7"/>
                </a:solidFill>
                <a:latin typeface="Microsoft YaHei"/>
              </a:rPr>
              <a:t>负峰 -29.59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E9E5B"/>
                </a:solidFill>
                <a:latin typeface="Microsoft YaHei"/>
              </a:rPr>
              <a:t>正峰 34.93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43B53"/>
                </a:solidFill>
                <a:latin typeface="Microsoft YaHei"/>
              </a:rPr>
              <a:t>确认峰同步标注起止边界。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代表性工况｜H1：强电信号干扰保持伪峰状态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电干扰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峰宽、采样支持、顶部能量、斜率跳变、对称性与脉冲上下文联合判断。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11718"/>
            <a:ext cx="7424927" cy="231121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0934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0934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0078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3.9333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6712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41401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23.8%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84378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84378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93522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6.1400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0156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64845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5.1%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407822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169663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6.5333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63600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88289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5431536"/>
            <a:ext cx="2926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102A43"/>
                </a:solidFill>
                <a:latin typeface="Microsoft YaHei"/>
              </a:rPr>
              <a:t>保留时间命中不能覆盖强电形态证据；干扰仍进入可审计 CSV。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重点歧义｜H2 约 0.600 min：算法结论不等于人工真值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045952" cy="566928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0704"/>
            <a:ext cx="105613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D64550"/>
                </a:solidFill>
                <a:latin typeface="Microsoft YaHei"/>
              </a:rPr>
              <a:t>重要：当前输出是“电干扰候选／待复核”，不是已经确认的人工真值。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532120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098"/>
            <a:ext cx="5532120" cy="13837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9632" y="1664208"/>
            <a:ext cx="5340096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42031"/>
            <a:ext cx="5340096" cy="153385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4736592"/>
            <a:ext cx="11045952" cy="138988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919472"/>
            <a:ext cx="10533888" cy="1042415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F3A712"/>
                </a:solidFill>
                <a:latin typeface="Microsoft YaHei"/>
              </a:rPr>
              <a:t>算法输出：电信号干扰候选 / 待复核 / 峰置信度 51.3%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“像峰”证据：FWHM 0.0917 min、对称度 0.982、峰体分 0.869。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“异常”证据：峰顶异常=True，反事实峰体门=False；电干扰分仅 0.048。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D64550"/>
                </a:solidFill>
                <a:latin typeface="Microsoft YaHei"/>
              </a:rPr>
              <a:t>正确处置：保留 review，建立人工标签后再校准；不能仅凭文件名或算法类别宣称它一定是干扰。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噪声与结构化背景：减少“把背景涟漪数成峰”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724144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6336"/>
            <a:ext cx="5724144" cy="35561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987552"/>
            <a:ext cx="5166360" cy="3675887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50127"/>
            <a:ext cx="5166360" cy="3150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4846320"/>
            <a:ext cx="4809744" cy="115214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5029200"/>
            <a:ext cx="4407408" cy="8229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627D98"/>
                </a:solidFill>
                <a:latin typeface="Microsoft YaHei"/>
              </a:rPr>
              <a:t>结构化背景残差：155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0">
                <a:solidFill>
                  <a:srgbClr val="243B53"/>
                </a:solidFill>
                <a:latin typeface="Microsoft YaHei"/>
              </a:rPr>
              <a:t>它们显示为灰色审计点，置信度受限，不会在鼓包区内自行升级为确认峰。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102A43"/>
                </a:solidFill>
                <a:latin typeface="Microsoft YaHei"/>
              </a:rPr>
              <a:t>高噪声也不是一票否决：强而稳定的模板峰仍可确认。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原始分段放大图：验证弱峰与局部波动，不改变任何数据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7516368" cy="5285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36" y="978408"/>
            <a:ext cx="7114735" cy="5285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47888" y="978408"/>
            <a:ext cx="3246120" cy="5285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1243584"/>
            <a:ext cx="2761488" cy="466344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用途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观察全量程图中被强峰压扁的弱信号、噪声、台阶和局部漂移。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数据原则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只缩放显示坐标轴；仍是原始 CSV 样本，不平滑、不插值、不扣基线。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F3A712"/>
                </a:solidFill>
                <a:latin typeface="Microsoft YaHei"/>
              </a:rPr>
              <a:t>注意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各分段纵轴独立，不能直接比较屏幕高度；定量应回到 CSV。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自动化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正式输出中已检测到 41 张 raw_zoom_plots。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当前能力边界与验证责任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394960" cy="496519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20116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已经具备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4800600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动态噪声、双基线与有符号正负分支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普通峰、窄峰、宽峰、峰上峰、负峰候选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鼓包区域与结构化背景残差分离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多参数电干扰与“峰体 + 峰顶尖点”区分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峰顶、边界、置信度、证据分项和原始值输出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分析图、原始分段图和批量 CSV 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051560"/>
            <a:ext cx="5340096" cy="4965192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4550"/>
                </a:solidFill>
                <a:latin typeface="Microsoft YaHei"/>
              </a:rPr>
              <a:t>仍需真值闭环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736592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T1–T6 尚未绑定不同机型／通道的化学组分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普通重叠峰的解卷积与面积分配尚未完成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正负重叠后的定量面积尚未完成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鼓包与基线报警仍需人工标签验证召回率／误报率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电干扰排除率、峰型准确率需要逐峰人工真值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! 置信度是概率样评分，不是统计意义上的“真实概率”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24128"/>
            <a:ext cx="6611112" cy="506577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80160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A43"/>
                </a:solidFill>
                <a:latin typeface="Microsoft YaHei"/>
              </a:rPr>
              <a:t>当前交付包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989320" cy="36576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源代码与配置：src/、configs/、run_detector.py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全量结果：all_detected_features.csv、confirmed_peaks.csv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复核清单：review_required.csv、interference_candidates.csv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背景审计：structured_background_residuals.csv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图像：plots/ 与 raw_zoom_plots/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说明：README、算法说明、技术总结与本演示稿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1">
                <a:solidFill>
                  <a:srgbClr val="0E8F87"/>
                </a:solidFill>
                <a:latin typeface="Microsoft YaHei"/>
              </a:rPr>
              <a:t>重生成：python scripts/generate_deliverables.py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24128"/>
            <a:ext cx="4133087" cy="5065776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建议下一步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810512"/>
            <a:ext cx="3547872" cy="37033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1  建立逐峰人工真值表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峰位、峰型、边界、是否干扰。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2  按机型／通道校准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绑定组分名称并验证保留时间漂移。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3  建立量化指标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峰召回率、伪峰排除率、边界误差、面积误差。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4  再进入解卷积与面积定量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D64550"/>
                </a:solidFill>
                <a:latin typeface="Microsoft YaHei"/>
              </a:rPr>
              <a:t>先完成真值闭环，再扩大自动确认范围。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